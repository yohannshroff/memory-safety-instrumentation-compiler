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Memory-Safety Instrumentation Compiler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 2 — Implementation, Integration and Progress | Team A29</a:t>
            </a:r>
            <a:br/>
            <a:br/>
            <a:r>
              <a:rPr/>
              <a:t>Dhruv · Yohann · Vikas · Prajwal — [COURSE CODE], VIT Vellore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[REVIEW DATE]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1 Recap &amp; Corrections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Dhruv</a:t>
            </a:r>
          </a:p>
          <a:p>
            <a:pPr lvl="0"/>
            <a:r>
              <a:rPr/>
              <a:t>Review 1 was design/planning: architecture locked in, benchmark corpus written, no working code yet</a:t>
            </a:r>
          </a:p>
          <a:p>
            <a:pPr lvl="0"/>
            <a:r>
              <a:rPr/>
              <a:t>5 of 7 self-assessed gaps closed since then: working pipeline, tested runtime, verified detection scope, heap-bounds gap closed, reproducible build + CI</a:t>
            </a:r>
          </a:p>
          <a:p>
            <a:pPr lvl="0"/>
            <a:r>
              <a:rPr/>
              <a:t>1 open by plan: overhead measurement (scheduled, not graded-late)</a:t>
            </a:r>
          </a:p>
          <a:p>
            <a:pPr lvl="0"/>
            <a:r>
              <a:rPr/>
              <a:t>1 partially addressed: per-member git-commit diversity (see Slide 12)</a:t>
            </a:r>
          </a:p>
          <a:p>
            <a:pPr lvl="0"/>
            <a:r>
              <a:rPr/>
              <a:t>No architecture decision from Review 1 was reversed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Updated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Dhruv</a:t>
            </a:r>
          </a:p>
          <a:p>
            <a:pPr lvl="0"/>
            <a:r>
              <a:rPr/>
              <a:t>Detect: stack array OOB · heap OOB (subscript + pointer arithmetic) · null dereference · use-after-free · double-free · invalid-free</a:t>
            </a:r>
          </a:p>
          <a:p>
            <a:pPr lvl="0"/>
            <a:r>
              <a:rPr/>
              <a:t>Provide a single-command “compiler” (</a:t>
            </a:r>
            <a:r>
              <a:rPr>
                <a:latin typeface="Courier"/>
              </a:rPr>
              <a:t>memsafec</a:t>
            </a:r>
            <a:r>
              <a:rPr/>
              <a:t>) for live demo</a:t>
            </a:r>
          </a:p>
          <a:p>
            <a:pPr lvl="0"/>
            <a:r>
              <a:rPr/>
              <a:t>Measure instrumented vs. baseline overhead — </a:t>
            </a:r>
            <a:r>
              <a:rPr b="1"/>
              <a:t>not yet done</a:t>
            </a:r>
            <a:r>
              <a:rPr/>
              <a:t> (next milestone)</a:t>
            </a:r>
          </a:p>
          <a:p>
            <a:pPr lvl="0"/>
            <a:r>
              <a:rPr/>
              <a:t>Scope unchanged: C on Clang/LLVM, single-threaded; </a:t>
            </a:r>
            <a:r>
              <a:rPr>
                <a:latin typeface="Courier"/>
              </a:rPr>
              <a:t>realloc</a:t>
            </a:r>
            <a:r>
              <a:rPr/>
              <a:t> and static in-bounds elision explicitly out of scope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Dhruv</a:t>
            </a:r>
          </a:p>
          <a:p>
            <a:pPr lvl="0" indent="0">
              <a:buNone/>
            </a:pPr>
            <a:r>
              <a:rPr>
                <a:latin typeface="Courier"/>
              </a:rPr>
              <a:t>C source --clang(-emit-llvm)--&gt; IR
        --opt(-passes=memsafety)--&gt; Instrumented IR
        --clang(link runtime)--&gt; Executable
        --run--&gt; clean exit 0  OR  [VIOLATION] ... + abort()</a:t>
            </a:r>
          </a:p>
          <a:p>
            <a:pPr lvl="0"/>
            <a:r>
              <a:rPr>
                <a:latin typeface="Courier"/>
              </a:rPr>
              <a:t>src/</a:t>
            </a:r>
            <a:r>
              <a:rPr/>
              <a:t> — LLVM New Pass Manager plugin (IR scan + check injection)</a:t>
            </a:r>
          </a:p>
          <a:p>
            <a:pPr lvl="0"/>
            <a:r>
              <a:rPr>
                <a:latin typeface="Courier"/>
              </a:rPr>
              <a:t>runtime/</a:t>
            </a:r>
            <a:r>
              <a:rPr/>
              <a:t> — dependency-free C library (allocation metadata table + checks)</a:t>
            </a:r>
          </a:p>
          <a:p>
            <a:pPr lvl="0"/>
            <a:r>
              <a:rPr>
                <a:latin typeface="Courier"/>
              </a:rPr>
              <a:t>driver/memsafec</a:t>
            </a:r>
            <a:r>
              <a:rPr/>
              <a:t> — the integrated “compiler” for demos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Planned vs. Completed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Dhruv</a:t>
            </a:r>
            <a:r>
              <a:rPr/>
              <a:t> — ~85% of the planned M0–M6 scope complete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M0 Repo + no-op 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Runtime + unit 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Array bounds + null-deref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Heap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M3.5 Heap pointer-arithmetic bounds </a:t>
                      </a:r>
                      <a:r>
                        <a:rPr i="1"/>
                        <a:t>(new)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Driver + benchmark harness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Overhead measurement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started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M6 CI + doc polish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 — Runtime Library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Yohann</a:t>
            </a:r>
          </a:p>
          <a:p>
            <a:pPr lvl="0"/>
            <a:r>
              <a:rPr>
                <a:latin typeface="Courier"/>
              </a:rPr>
              <a:t>runtime/memsafety_runtime.c</a:t>
            </a:r>
            <a:r>
              <a:rPr/>
              <a:t> — plain C, zero LLVM dependency</a:t>
            </a:r>
          </a:p>
          <a:p>
            <a:pPr lvl="0"/>
            <a:r>
              <a:rPr/>
              <a:t>One hash table: </a:t>
            </a:r>
            <a:r>
              <a:rPr>
                <a:latin typeface="Courier"/>
              </a:rPr>
              <a:t>base_ptr -&gt; {size, freed, alloc_site}</a:t>
            </a:r>
            <a:r>
              <a:rPr/>
              <a:t> (open addressing, grows past 70% load)</a:t>
            </a:r>
          </a:p>
          <a:p>
            <a:pPr lvl="0"/>
            <a:r>
              <a:rPr/>
              <a:t>Five functions: </a:t>
            </a:r>
            <a:r>
              <a:rPr>
                <a:latin typeface="Courier"/>
              </a:rPr>
              <a:t>boundscheck</a:t>
            </a:r>
            <a:r>
              <a:rPr/>
              <a:t>, </a:t>
            </a:r>
            <a:r>
              <a:rPr>
                <a:latin typeface="Courier"/>
              </a:rPr>
              <a:t>heap_boundscheck</a:t>
            </a:r>
            <a:r>
              <a:rPr/>
              <a:t>, </a:t>
            </a:r>
            <a:r>
              <a:rPr>
                <a:latin typeface="Courier"/>
              </a:rPr>
              <a:t>ptrcheck</a:t>
            </a:r>
            <a:r>
              <a:rPr/>
              <a:t>, </a:t>
            </a:r>
            <a:r>
              <a:rPr>
                <a:latin typeface="Courier"/>
              </a:rPr>
              <a:t>heap_register</a:t>
            </a:r>
            <a:r>
              <a:rPr/>
              <a:t>, </a:t>
            </a:r>
            <a:r>
              <a:rPr>
                <a:latin typeface="Courier"/>
              </a:rPr>
              <a:t>heap_release</a:t>
            </a:r>
          </a:p>
          <a:p>
            <a:pPr lvl="0"/>
            <a:r>
              <a:rPr>
                <a:latin typeface="Courier"/>
              </a:rPr>
              <a:t>report_violation</a:t>
            </a:r>
            <a:r>
              <a:rPr/>
              <a:t> prints </a:t>
            </a:r>
            <a:r>
              <a:rPr>
                <a:latin typeface="Courier"/>
              </a:rPr>
              <a:t>[VIOLATION] &lt;type&gt; at &lt;loc&gt;, addr=&lt;addr&gt;</a:t>
            </a:r>
            <a:r>
              <a:rPr/>
              <a:t> and </a:t>
            </a:r>
            <a:r>
              <a:rPr>
                <a:latin typeface="Courier"/>
              </a:rPr>
              <a:t>abort()</a:t>
            </a:r>
            <a:r>
              <a:rPr/>
              <a:t>s — unambiguous pass/fail signal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 — Runtime Library (Demo &amp; Tests)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Yohann</a:t>
            </a:r>
          </a:p>
          <a:p>
            <a:pPr lvl="0"/>
            <a:r>
              <a:rPr>
                <a:latin typeface="Courier"/>
              </a:rPr>
              <a:t>ctest</a:t>
            </a:r>
            <a:r>
              <a:rPr/>
              <a:t> — </a:t>
            </a:r>
            <a:r>
              <a:rPr b="1"/>
              <a:t>16 / 16 unit tests pass</a:t>
            </a:r>
            <a:r>
              <a:rPr/>
              <a:t>, zero LLVM involved</a:t>
            </a:r>
          </a:p>
          <a:p>
            <a:pPr lvl="0"/>
            <a:r>
              <a:rPr/>
              <a:t>Covers: exact-boundary indices, zero-length arrays, negative offsets, table growth past capacity, untracked-pointer no-ops</a:t>
            </a:r>
          </a:p>
          <a:p>
            <a:pPr lvl="0"/>
            <a:r>
              <a:rPr/>
              <a:t>Violation paths run in a forked child process so the abort() itself is verified</a:t>
            </a:r>
          </a:p>
          <a:p>
            <a:pPr lvl="0"/>
            <a:r>
              <a:rPr/>
              <a:t>Fully demoable standalone: </a:t>
            </a:r>
            <a:r>
              <a:rPr>
                <a:latin typeface="Courier"/>
              </a:rPr>
              <a:t>cmake --build build &amp;&amp; ctest --test-dir build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2 — LLVM Pass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Vikas</a:t>
            </a:r>
          </a:p>
          <a:p>
            <a:pPr lvl="0"/>
            <a:r>
              <a:rPr/>
              <a:t>New Pass Manager plugin registered as </a:t>
            </a:r>
            <a:r>
              <a:rPr>
                <a:latin typeface="Courier"/>
              </a:rPr>
              <a:t>memsafety</a:t>
            </a:r>
            <a:r>
              <a:rPr/>
              <a:t> (</a:t>
            </a:r>
            <a:r>
              <a:rPr>
                <a:latin typeface="Courier"/>
              </a:rPr>
              <a:t>opt -passes=memsafety</a:t>
            </a:r>
            <a:r>
              <a:rPr/>
              <a:t>)</a:t>
            </a:r>
          </a:p>
          <a:p>
            <a:pPr lvl="0"/>
            <a:r>
              <a:rPr>
                <a:latin typeface="Courier"/>
              </a:rPr>
              <a:t>IRScanner</a:t>
            </a:r>
            <a:r>
              <a:rPr/>
              <a:t> classifies every load/store/call into 4 work lists: array access, heap-pointer access, pointer deref, heap call</a:t>
            </a:r>
          </a:p>
          <a:p>
            <a:pPr lvl="0"/>
            <a:r>
              <a:rPr>
                <a:latin typeface="Courier"/>
              </a:rPr>
              <a:t>CheckInjector</a:t>
            </a:r>
            <a:r>
              <a:rPr/>
              <a:t> splices runtime calls in via </a:t>
            </a:r>
            <a:r>
              <a:rPr>
                <a:latin typeface="Courier"/>
              </a:rPr>
              <a:t>IRBuilder</a:t>
            </a:r>
          </a:p>
          <a:p>
            <a:pPr lvl="0"/>
            <a:r>
              <a:rPr/>
              <a:t>Heap bounds (new): a single-index GEP off an unknown-length base is checked </a:t>
            </a:r>
            <a:r>
              <a:rPr b="1"/>
              <a:t>dynamically</a:t>
            </a:r>
            <a:r>
              <a:rPr/>
              <a:t> against the runtime’s own allocation table — no static provenance analysis needed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2 — LLVM Pass (Demo &amp; Tests)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Vikas</a:t>
            </a:r>
          </a:p>
          <a:p>
            <a:pPr lvl="0" indent="0" marL="0">
              <a:buNone/>
            </a:pPr>
            <a:r>
              <a:rPr/>
              <a:t>Before → after (</a:t>
            </a:r>
            <a:r>
              <a:rPr>
                <a:latin typeface="Courier"/>
              </a:rPr>
              <a:t>*(p + 4) = 9</a:t>
            </a:r>
            <a:r>
              <a:rPr/>
              <a:t> on a 16-byte heap buffer):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%13</a:t>
            </a:r>
            <a:r>
              <a:rPr>
                <a:latin typeface="Courier"/>
              </a:rPr>
              <a:t> = </a:t>
            </a:r>
            <a:r>
              <a:rPr b="1">
                <a:solidFill>
                  <a:srgbClr val="007020"/>
                </a:solidFill>
                <a:latin typeface="Courier"/>
              </a:rPr>
              <a:t>getelementptr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inbounds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i32</a:t>
            </a:r>
            <a:r>
              <a:rPr>
                <a:latin typeface="Courier"/>
              </a:rPr>
              <a:t>, ptr </a:t>
            </a:r>
            <a:r>
              <a:rPr>
                <a:solidFill>
                  <a:srgbClr val="06287E"/>
                </a:solidFill>
                <a:latin typeface="Courier"/>
              </a:rPr>
              <a:t>%12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i64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br/>
            <a:r>
              <a:rPr>
                <a:latin typeface="Courier"/>
              </a:rPr>
              <a:t>+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@heap_boundscheck</a:t>
            </a:r>
            <a:r>
              <a:rPr>
                <a:latin typeface="Courier"/>
              </a:rPr>
              <a:t>(ptr </a:t>
            </a:r>
            <a:r>
              <a:rPr>
                <a:solidFill>
                  <a:srgbClr val="06287E"/>
                </a:solidFill>
                <a:latin typeface="Courier"/>
              </a:rPr>
              <a:t>%12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i64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902000"/>
                </a:solidFill>
                <a:latin typeface="Courier"/>
              </a:rPr>
              <a:t>i64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ptr </a:t>
            </a:r>
            <a:r>
              <a:rPr>
                <a:solidFill>
                  <a:srgbClr val="06287E"/>
                </a:solidFill>
                <a:latin typeface="Courier"/>
              </a:rPr>
              <a:t>@.memsafe.loc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+ </a:t>
            </a:r>
            <a:r>
              <a:rPr b="1">
                <a:solidFill>
                  <a:srgbClr val="007020"/>
                </a:solidFill>
                <a:latin typeface="Courier"/>
              </a:rPr>
              <a:t>call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@ptrcheck</a:t>
            </a:r>
            <a:r>
              <a:rPr>
                <a:latin typeface="Courier"/>
              </a:rPr>
              <a:t>(ptr </a:t>
            </a:r>
            <a:r>
              <a:rPr>
                <a:solidFill>
                  <a:srgbClr val="06287E"/>
                </a:solidFill>
                <a:latin typeface="Courier"/>
              </a:rPr>
              <a:t>%13</a:t>
            </a:r>
            <a:r>
              <a:rPr>
                <a:latin typeface="Courier"/>
              </a:rPr>
              <a:t>, ptr </a:t>
            </a:r>
            <a:r>
              <a:rPr>
                <a:solidFill>
                  <a:srgbClr val="06287E"/>
                </a:solidFill>
                <a:latin typeface="Courier"/>
              </a:rPr>
              <a:t>@.memsafe.loc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store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, ptr </a:t>
            </a:r>
            <a:r>
              <a:rPr>
                <a:solidFill>
                  <a:srgbClr val="06287E"/>
                </a:solidFill>
                <a:latin typeface="Courier"/>
              </a:rPr>
              <a:t>%13</a:t>
            </a:r>
            <a:r>
              <a:rPr>
                <a:latin typeface="Courier"/>
              </a:rPr>
              <a:t>, </a:t>
            </a:r>
            <a:r>
              <a:rPr b="1">
                <a:solidFill>
                  <a:srgbClr val="007020"/>
                </a:solidFill>
                <a:latin typeface="Courier"/>
              </a:rPr>
              <a:t>align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</a:p>
          <a:p>
            <a:pPr lvl="0"/>
            <a:r>
              <a:rPr>
                <a:latin typeface="Courier"/>
              </a:rPr>
              <a:t>opt -load-pass-plugin libMemSafety.so -passes=memsafety input.ll -S</a:t>
            </a:r>
            <a:r>
              <a:rPr/>
              <a:t> — inspectable live</a:t>
            </a:r>
          </a:p>
          <a:p>
            <a:pPr lvl="0"/>
            <a:r>
              <a:rPr/>
              <a:t>Result: </a:t>
            </a:r>
            <a:r>
              <a:rPr>
                <a:latin typeface="Courier"/>
              </a:rPr>
              <a:t>[VIOLATION] out-of-bounds access ...</a:t>
            </a:r>
            <a:r>
              <a:rPr/>
              <a:t>, exit 134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&amp; End-to-End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Dhruv &amp; Prajwal</a:t>
            </a:r>
          </a:p>
          <a:p>
            <a:pPr lvl="0" indent="0">
              <a:buNone/>
            </a:pPr>
            <a:r>
              <a:rPr>
                <a:latin typeface="Courier"/>
              </a:rPr>
              <a:t>./driver/memsafec input.c -o out</a:t>
            </a:r>
          </a:p>
          <a:p>
            <a:pPr lvl="0" indent="0" marL="0">
              <a:buNone/>
            </a:pPr>
            <a:r>
              <a:rPr/>
              <a:t>chains </a:t>
            </a:r>
            <a:r>
              <a:rPr>
                <a:latin typeface="Courier"/>
              </a:rPr>
              <a:t>clang -emit-llvm</a:t>
            </a:r>
            <a:r>
              <a:rPr/>
              <a:t> → </a:t>
            </a:r>
            <a:r>
              <a:rPr>
                <a:latin typeface="Courier"/>
              </a:rPr>
              <a:t>opt -passes=memsafety</a:t>
            </a:r>
            <a:r>
              <a:rPr/>
              <a:t> → </a:t>
            </a:r>
            <a:r>
              <a:rPr>
                <a:latin typeface="Courier"/>
              </a:rPr>
              <a:t>clang (link runtime)</a:t>
            </a:r>
            <a:r>
              <a:rPr/>
              <a:t> into one command</a:t>
            </a:r>
          </a:p>
          <a:p>
            <a:pPr lvl="0"/>
            <a:r>
              <a:rPr/>
              <a:t>Safe programs: byte-identical stdout with/without instrumentation</a:t>
            </a:r>
          </a:p>
          <a:p>
            <a:pPr lvl="0"/>
            <a:r>
              <a:rPr>
                <a:latin typeface="Courier"/>
              </a:rPr>
              <a:t>-v</a:t>
            </a:r>
            <a:r>
              <a:rPr/>
              <a:t> flag echoes every underlying command; </a:t>
            </a:r>
            <a:r>
              <a:rPr>
                <a:latin typeface="Courier"/>
              </a:rPr>
              <a:t>--no-instrument</a:t>
            </a:r>
            <a:r>
              <a:rPr/>
              <a:t> builds a baseline</a:t>
            </a:r>
          </a:p>
          <a:p>
            <a:pPr lvl="0"/>
            <a:r>
              <a:rPr/>
              <a:t>Plugin/runtime paths auto-located under </a:t>
            </a:r>
            <a:r>
              <a:rPr>
                <a:latin typeface="Courier"/>
              </a:rPr>
              <a:t>build/</a:t>
            </a:r>
            <a:r>
              <a:rPr/>
              <a:t>, overridable via env vars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Prajwal</a:t>
            </a:r>
          </a:p>
          <a:p>
            <a:pPr lvl="0" indent="0" marL="0">
              <a:buNone/>
            </a:pPr>
            <a:r>
              <a:rPr b="1"/>
              <a:t>12 / 12 benchmarks pass, 0 fail, 0 xfail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01_safe_array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08_heap_in_bounds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Boundary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12_boundary_last_index</a:t>
                      </a:r>
                      <a:r>
                        <a:rPr/>
                        <a:t> (exact last valid index, stack + heap)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Negative — spatial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02/03_oob_*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09_pointer_arithmetic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11_heap_index_oob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10_mixed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Negative — temporal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04_null_deref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05_use_after_free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06_double_free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07_invalid_free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Defects Found &amp; Debugging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Prajwal</a:t>
            </a:r>
          </a:p>
          <a:p>
            <a:pPr lvl="0"/>
            <a:r>
              <a:rPr/>
              <a:t>8 real defects logged with root cause + fix (</a:t>
            </a:r>
            <a:r>
              <a:rPr>
                <a:latin typeface="Courier"/>
              </a:rPr>
              <a:t>docs/defect_log.md</a:t>
            </a:r>
            <a:r>
              <a:rPr/>
              <a:t>)</a:t>
            </a:r>
          </a:p>
          <a:p>
            <a:pPr lvl="0"/>
            <a:r>
              <a:rPr/>
              <a:t>Highlights: LLVM header relocation across versions, a hidden-visibility bug that broke plugin loading, a null-</a:t>
            </a:r>
            <a:r>
              <a:rPr>
                <a:latin typeface="Courier"/>
              </a:rPr>
              <a:t>Module*</a:t>
            </a:r>
            <a:r>
              <a:rPr/>
              <a:t> crash in </a:t>
            </a:r>
            <a:r>
              <a:rPr>
                <a:latin typeface="Courier"/>
              </a:rPr>
              <a:t>IRBuilder</a:t>
            </a:r>
            <a:r>
              <a:rPr/>
              <a:t>, a bash-3.2 portability bug in the harness</a:t>
            </a:r>
          </a:p>
          <a:p>
            <a:pPr lvl="0"/>
            <a:r>
              <a:rPr/>
              <a:t>The core Review-2 fix: heap OOB via pointer arithmetic was undetected (</a:t>
            </a:r>
            <a:r>
              <a:rPr>
                <a:latin typeface="Courier"/>
              </a:rPr>
              <a:t>XFAIL</a:t>
            </a:r>
            <a:r>
              <a:rPr/>
              <a:t>) until </a:t>
            </a:r>
            <a:r>
              <a:rPr>
                <a:latin typeface="Courier"/>
              </a:rPr>
              <a:t>heap_boundscheck</a:t>
            </a:r>
            <a:r>
              <a:rPr/>
              <a:t> was added — now closed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Repository &amp; Contribution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Prajwal</a:t>
            </a:r>
          </a:p>
          <a:p>
            <a:pPr lvl="0"/>
            <a:r>
              <a:rPr>
                <a:latin typeface="Courier"/>
              </a:rPr>
              <a:t>src/</a:t>
            </a:r>
            <a:r>
              <a:rPr/>
              <a:t> (Vikas) · </a:t>
            </a:r>
            <a:r>
              <a:rPr>
                <a:latin typeface="Courier"/>
              </a:rPr>
              <a:t>runtime/</a:t>
            </a:r>
            <a:r>
              <a:rPr/>
              <a:t> (Yohann) · </a:t>
            </a:r>
            <a:r>
              <a:rPr>
                <a:latin typeface="Courier"/>
              </a:rPr>
              <a:t>driver/</a:t>
            </a:r>
            <a:r>
              <a:rPr/>
              <a:t>, </a:t>
            </a:r>
            <a:r>
              <a:rPr>
                <a:latin typeface="Courier"/>
              </a:rPr>
              <a:t>tests/</a:t>
            </a:r>
            <a:r>
              <a:rPr/>
              <a:t>, CI (Prajwal) · </a:t>
            </a:r>
            <a:r>
              <a:rPr>
                <a:latin typeface="Courier"/>
              </a:rPr>
              <a:t>docs/</a:t>
            </a:r>
            <a:r>
              <a:rPr/>
              <a:t>, README (Dhruv)</a:t>
            </a:r>
          </a:p>
          <a:p>
            <a:pPr lvl="0"/>
            <a:r>
              <a:rPr/>
              <a:t>One-command build: </a:t>
            </a:r>
            <a:r>
              <a:rPr>
                <a:latin typeface="Courier"/>
              </a:rPr>
              <a:t>./build.sh</a:t>
            </a:r>
            <a:r>
              <a:rPr/>
              <a:t> (auto-detects LLVM); CI green on every push</a:t>
            </a:r>
          </a:p>
          <a:p>
            <a:pPr lvl="0"/>
            <a:r>
              <a:rPr b="1"/>
              <a:t>Known gap:</a:t>
            </a:r>
            <a:r>
              <a:rPr/>
              <a:t> commits currently share one git identity — module ownership enforced structurally (</a:t>
            </a:r>
            <a:r>
              <a:rPr>
                <a:latin typeface="Courier"/>
              </a:rPr>
              <a:t>docs/contribution_matrix.md</a:t>
            </a:r>
            <a:r>
              <a:rPr/>
              <a:t>), not yet by git-author diversity; each member must be able to open/explain/demo their own column live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Risks, Pending Work &amp; Review 3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Presenter: Dhruv</a:t>
            </a:r>
          </a:p>
          <a:p>
            <a:pPr lvl="0"/>
            <a:r>
              <a:rPr b="1"/>
              <a:t>Open:</a:t>
            </a:r>
            <a:r>
              <a:rPr/>
              <a:t> overhead measurement (Week 10), CI validation on push (done), per-member commit evidence (Week 10–11)</a:t>
            </a:r>
          </a:p>
          <a:p>
            <a:pPr lvl="0"/>
            <a:r>
              <a:rPr b="1"/>
              <a:t>Stretch goal:</a:t>
            </a:r>
            <a:r>
              <a:rPr/>
              <a:t> multi-index heap GEPs (</a:t>
            </a:r>
            <a:r>
              <a:rPr>
                <a:latin typeface="Courier"/>
              </a:rPr>
              <a:t>p[i][j]</a:t>
            </a:r>
            <a:r>
              <a:rPr/>
              <a:t>), static in-bounds elision</a:t>
            </a:r>
          </a:p>
          <a:p>
            <a:pPr lvl="0"/>
            <a:r>
              <a:rPr/>
              <a:t>Full week-by-week plan: </a:t>
            </a:r>
            <a:r>
              <a:rPr>
                <a:latin typeface="Courier"/>
              </a:rPr>
              <a:t>docs/review2_timeline.md</a:t>
            </a:r>
            <a:r>
              <a:rPr/>
              <a:t>; full risk log: </a:t>
            </a:r>
            <a:r>
              <a:rPr>
                <a:latin typeface="Courier"/>
              </a:rPr>
              <a:t>docs/risk_log.md</a:t>
            </a:r>
            <a:r>
              <a:rPr/>
              <a:t> (8 tracked risks)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All Members</a:t>
            </a:r>
          </a:p>
          <a:p>
            <a:pPr lvl="0"/>
            <a:r>
              <a:rPr/>
              <a:t>Full detection coverage across 6 violation classes, verified end-to-end</a:t>
            </a:r>
          </a:p>
          <a:p>
            <a:pPr lvl="0"/>
            <a:r>
              <a:rPr/>
              <a:t>Runtime overhead measured and reported (Review 3 target)</a:t>
            </a:r>
          </a:p>
          <a:p>
            <a:pPr lvl="0"/>
            <a:r>
              <a:rPr/>
              <a:t>Final report + polished CI + independently-rehearsed member demos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All Members</a:t>
            </a:r>
          </a:p>
          <a:p>
            <a:pPr lvl="0"/>
            <a:r>
              <a:rPr/>
              <a:t>Working, tested, integrated prototype — not a paper design</a:t>
            </a:r>
          </a:p>
          <a:p>
            <a:pPr lvl="0"/>
            <a:r>
              <a:rPr/>
              <a:t>Transparent compiler-pass workflow: every transformation is inspectable via </a:t>
            </a:r>
            <a:r>
              <a:rPr>
                <a:latin typeface="Courier"/>
              </a:rPr>
              <a:t>opt -S</a:t>
            </a:r>
          </a:p>
          <a:p>
            <a:pPr lvl="0"/>
            <a:r>
              <a:rPr/>
              <a:t>On track for Review 3: remaining work is measurement + presentation polish, not core implementation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Memory-Safety Instrumentation Compiler</dc:title>
  <dc:creator>Dhruv · Yohann · Vikas · Prajwal — [COURSE CODE], VIT Vellore</dc:creator>
  <cp:keywords/>
  <dcterms:created xsi:type="dcterms:W3CDTF">2026-09-12T21:32:46Z</dcterms:created>
  <dcterms:modified xsi:type="dcterms:W3CDTF">2026-09-12T21:32:46Z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[REVIEW DATE]</vt:lpwstr>
  </property>
  <property fmtid="{D5CDD505-2E9C-101B-9397-08002B2CF9AE}" pid="3" name="subtitle">
    <vt:lpwstr>Review 2 — Implementation, Integration and Progress | Team A29</vt:lpwstr>
  </property>
</Properties>
</file>